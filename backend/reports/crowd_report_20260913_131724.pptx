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13 September 2026, 13:17:24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13-09-2026 13:17:24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