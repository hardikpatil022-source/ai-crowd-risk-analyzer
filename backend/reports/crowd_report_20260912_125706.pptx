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12:57:06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94</a:t>
            </a:r>
          </a:p>
          <a:p>
            <a:r>
              <a:t>High/Critical risk cameras: 0</a:t>
            </a:r>
          </a:p>
          <a:p>
            <a:r>
              <a:t>Generated: 12-09-2026 12:57:06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0b2e767c_16412074_1920_1080_50fps.mp4</a:t>
            </a:r>
          </a:p>
          <a:p>
            <a:pPr>
              <a:defRPr sz="1800"/>
            </a:pPr>
            <a:r>
              <a:t>Scan Time: 2026-09-12 07:22:24.549512</a:t>
            </a:r>
          </a:p>
          <a:p>
            <a:pPr>
              <a:defRPr sz="1800"/>
            </a:pPr>
            <a:r>
              <a:t>People Count: 22</a:t>
            </a:r>
          </a:p>
          <a:p>
            <a:pPr>
              <a:defRPr sz="1800"/>
            </a:pPr>
            <a:r>
              <a:t>Average People: 15.8</a:t>
            </a:r>
          </a:p>
          <a:p>
            <a:pPr>
              <a:defRPr sz="1800"/>
            </a:pPr>
            <a:r>
              <a:t>Crowd Density: 4.4%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