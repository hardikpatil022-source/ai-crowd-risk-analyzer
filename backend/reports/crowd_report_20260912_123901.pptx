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12:39:01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12:39:01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bb356671_CAM-01_Main_Stage_Wide.mp4</a:t>
            </a:r>
          </a:p>
          <a:p>
            <a:pPr>
              <a:defRPr sz="1800"/>
            </a:pPr>
            <a:r>
              <a:t>Scan Time: 2026-09-12 06:46:00.427473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