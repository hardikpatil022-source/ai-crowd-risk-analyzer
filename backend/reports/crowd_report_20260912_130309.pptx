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13:03:09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124</a:t>
            </a:r>
          </a:p>
          <a:p>
            <a:r>
              <a:t>High/Critical risk cameras: 0</a:t>
            </a:r>
          </a:p>
          <a:p>
            <a:r>
              <a:t>Generated: 12-09-2026 13:03:09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bf74d36a_11785418-uhd_3840_2160_60fps.mp4</a:t>
            </a:r>
          </a:p>
          <a:p>
            <a:pPr>
              <a:defRPr sz="1800"/>
            </a:pPr>
            <a:r>
              <a:t>Scan Time: 2026-09-12 07:28:14.714010</a:t>
            </a:r>
          </a:p>
          <a:p>
            <a:pPr>
              <a:defRPr sz="1800"/>
            </a:pPr>
            <a:r>
              <a:t>People Count: 52</a:t>
            </a:r>
          </a:p>
          <a:p>
            <a:pPr>
              <a:defRPr sz="1800"/>
            </a:pPr>
            <a:r>
              <a:t>Average People: 34.5</a:t>
            </a:r>
          </a:p>
          <a:p>
            <a:pPr>
              <a:defRPr sz="1800"/>
            </a:pPr>
            <a:r>
              <a:t>Crowd Density: 10.4%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