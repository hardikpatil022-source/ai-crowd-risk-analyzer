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AI Crowd Risk Analysis Report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Generated: 12 September 2026, 18:04:12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Latest YOLO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Analyzed cameras: 5</a:t>
            </a:r>
          </a:p>
          <a:p>
            <a:r>
              <a:t>Total detected people: 90</a:t>
            </a:r>
          </a:p>
          <a:p>
            <a:r>
              <a:t>High/Critical risk cameras: 0</a:t>
            </a:r>
          </a:p>
          <a:p>
            <a:r>
              <a:t>Generated: 12-09-2026 18:04:12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6b133b93_CAM-01_Main_Stage_Wide.mp4</a:t>
            </a:r>
          </a:p>
          <a:p>
            <a:pPr>
              <a:defRPr sz="1800"/>
            </a:pPr>
            <a:r>
              <a:t>Scan Time: 2026-09-12 12:00:24.355699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CAM-09 -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bb917aaa_CAM-01_Main_Stage_Wide.mp4</a:t>
            </a:r>
          </a:p>
          <a:p>
            <a:pPr>
              <a:defRPr sz="1800"/>
            </a:pPr>
            <a:r>
              <a:t>Scan Time: 2026-09-12 02:08:06.321025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CAM-10 -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7c32f45b_CAM-01_Main_Stage_Wide.mp4</a:t>
            </a:r>
          </a:p>
          <a:p>
            <a:pPr>
              <a:defRPr sz="1800"/>
            </a:pPr>
            <a:r>
              <a:t>Scan Time: 2026-09-12 02:34:49.715294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CAM-11 -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611cd187_CAM-01_Main_Stage_Wide.mp4</a:t>
            </a:r>
          </a:p>
          <a:p>
            <a:pPr>
              <a:defRPr sz="1800"/>
            </a:pPr>
            <a:r>
              <a:t>Scan Time: 2026-09-12 02:43:57.745865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CAM-12 - Crowd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Location: </a:t>
            </a:r>
          </a:p>
          <a:p>
            <a:pPr>
              <a:defRPr sz="1800"/>
            </a:pPr>
            <a:r>
              <a:t>Capacity: 500</a:t>
            </a:r>
          </a:p>
          <a:p>
            <a:pPr>
              <a:defRPr sz="1800"/>
            </a:pPr>
            <a:r>
              <a:t>Video: 9fbec0e2_CAM-01_Main_Stage_Wide.mp4</a:t>
            </a:r>
          </a:p>
          <a:p>
            <a:pPr>
              <a:defRPr sz="1800"/>
            </a:pPr>
            <a:r>
              <a:t>Scan Time: 2026-09-12 02:45:45.110860</a:t>
            </a:r>
          </a:p>
          <a:p>
            <a:pPr>
              <a:defRPr sz="1800"/>
            </a:pPr>
            <a:r>
              <a:t>People Count: 18</a:t>
            </a:r>
          </a:p>
          <a:p>
            <a:pPr>
              <a:defRPr sz="1800"/>
            </a:pPr>
            <a:r>
              <a:t>Average People: 11.3</a:t>
            </a:r>
          </a:p>
          <a:p>
            <a:pPr>
              <a:defRPr sz="1800"/>
            </a:pPr>
            <a:r>
              <a:t>Crowd Density: 3.6%</a:t>
            </a:r>
          </a:p>
          <a:p>
            <a:pPr>
              <a:defRPr sz="1800"/>
            </a:pPr>
            <a:r>
              <a:t>Risk Level: LOW</a:t>
            </a:r>
          </a:p>
          <a:p>
            <a:pPr>
              <a:defRPr sz="1800"/>
            </a:pPr>
            <a:r>
              <a:t>Detection Count: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