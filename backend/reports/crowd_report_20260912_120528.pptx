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Crowd Risk Analysis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12 September 2026, 12:05:28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Latest YOLO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cameras: 5</a:t>
            </a:r>
          </a:p>
          <a:p>
            <a:r>
              <a:t>Total detected people: 90</a:t>
            </a:r>
          </a:p>
          <a:p>
            <a:r>
              <a:t>High/Critical risk cameras: 0</a:t>
            </a:r>
          </a:p>
          <a:p>
            <a:r>
              <a:t>Generated: 12-09-2026 12:05:28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b1a5a4f4_CAM-01_Main_Stage_Wide.mp4</a:t>
            </a:r>
          </a:p>
          <a:p>
            <a:pPr>
              <a:defRPr sz="1800"/>
            </a:pPr>
            <a:r>
              <a:t>Scan Time: 2026-09-12 04:49:30.883686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CAM-09 -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bb917aaa_CAM-01_Main_Stage_Wide.mp4</a:t>
            </a:r>
          </a:p>
          <a:p>
            <a:pPr>
              <a:defRPr sz="1800"/>
            </a:pPr>
            <a:r>
              <a:t>Scan Time: 2026-09-12 02:08:06.321025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CAM-10 -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7c32f45b_CAM-01_Main_Stage_Wide.mp4</a:t>
            </a:r>
          </a:p>
          <a:p>
            <a:pPr>
              <a:defRPr sz="1800"/>
            </a:pPr>
            <a:r>
              <a:t>Scan Time: 2026-09-12 02:34:49.715294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611cd187_CAM-01_Main_Stage_Wide.mp4</a:t>
            </a:r>
          </a:p>
          <a:p>
            <a:pPr>
              <a:defRPr sz="1800"/>
            </a:pPr>
            <a:r>
              <a:t>Scan Time: 2026-09-12 02:43:57.745865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CAM-12 -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9fbec0e2_CAM-01_Main_Stage_Wide.mp4</a:t>
            </a:r>
          </a:p>
          <a:p>
            <a:pPr>
              <a:defRPr sz="1800"/>
            </a:pPr>
            <a:r>
              <a:t>Scan Time: 2026-09-12 02:45:45.110860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